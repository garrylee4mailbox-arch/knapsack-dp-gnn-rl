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2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</p:sldIdLst>
  <p:sldSz cx="12192000" cy="6858000" type="screen16x9"/>
  <p:notesSz cx="6858000" cy="9144000"/>
  <p:defaultTextStyle>
    <a:lvl1pPr marL="0" lvl="0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1pPr>
    <a:lvl2pPr marL="457200" lvl="1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2pPr>
    <a:lvl3pPr marL="914400" lvl="2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3pPr>
    <a:lvl4pPr marL="1371600" lvl="3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4pPr>
    <a:lvl5pPr marL="1828800" lvl="4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5pPr>
    <a:lvl6pPr marL="2286000" lvl="5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6pPr>
    <a:lvl7pPr marL="2743200" lvl="6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7pPr>
    <a:lvl8pPr marL="3200400" lvl="7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8pPr>
    <a:lvl9pPr marL="3657600" lvl="8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9pPr>
  </p:defaultTextStyle>
</p:presentation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2" Type="http://schemas.openxmlformats.org/officeDocument/2006/relationships/slide" Target="slides/slide2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4" Type="http://schemas.openxmlformats.org/officeDocument/2006/relationships/slide" Target="slides/slide4.xml" /><Relationship Id="rId8" Type="http://schemas.openxmlformats.org/officeDocument/2006/relationships/tableStyles" Target="tableStyles.xml" /><Relationship Id="rId3" Type="http://schemas.openxmlformats.org/officeDocument/2006/relationships/slide" Target="slides/slide3.xml" /><Relationship Id="rId5" Type="http://schemas.openxmlformats.org/officeDocument/2006/relationships/slide" Target="slides/slide5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lvl="0" algn="ctr">
              <a:defRPr sz="60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pPr/>
            <a:r>
              <a:rPr lang="zh-CN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0F7DC6A6-BF1E-4CE5-B3E6-718B8EA0B82A}" type="datetime1">
              <a:rPr lang="zh-CN"/>
              <a:t>2022/12/22</a:t>
            </a:fld>
            <a:endParaRPr lang="zh-CN"/>
          </a:p>
        </p:txBody>
      </p:sp>
      <p:sp>
        <p:nvSpPr>
          <p:cNvPr id="5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8FC705DF-EB6A-4429-A9CF-8086C29D54D9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0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7B03108F-6D01-401F-BB83-A4EE273EE035}" type="datetime1">
              <a:rPr lang="zh-CN"/>
              <a:t>2022/12/22</a:t>
            </a:fld>
            <a:endParaRPr lang="zh-CN"/>
          </a:p>
        </p:txBody>
      </p:sp>
      <p:sp>
        <p:nvSpPr>
          <p:cNvPr id="11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12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2A18DFAB-279D-45FB-8988-01B47F34F95A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true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true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22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8D5B006A-3E28-4231-AF04-14767498E664}" type="datetime1">
              <a:rPr lang="zh-CN"/>
              <a:t>2022/12/22</a:t>
            </a:fld>
            <a:endParaRPr lang="zh-CN"/>
          </a:p>
        </p:txBody>
      </p:sp>
      <p:sp>
        <p:nvSpPr>
          <p:cNvPr id="23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24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C8B94FA0-F740-4CDC-A935-5AEA919A98DA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true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8" name="内容占位符 3"/>
          <p:cNvSpPr>
            <a:spLocks noGrp="true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9" name="日期占位符 4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A1F3BCCF-927F-4C14-9052-F5177C3C439D}" type="datetime1">
              <a:rPr lang="zh-CN"/>
              <a:t>2022/12/22</a:t>
            </a:fld>
            <a:endParaRPr lang="zh-CN"/>
          </a:p>
        </p:txBody>
      </p:sp>
      <p:sp>
        <p:nvSpPr>
          <p:cNvPr id="30" name="页脚占位符 5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31" name="灯片编号占位符 6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408259AF-2A25-452C-AA5F-7B080E8C5A7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true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true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lvl="0" indent="0">
              <a:buNone/>
              <a:defRPr sz="2400" b="true"/>
            </a:lvl1pPr>
            <a:lvl2pPr marL="457200" lvl="1" indent="0">
              <a:buNone/>
              <a:defRPr sz="2000" b="true"/>
            </a:lvl2pPr>
            <a:lvl3pPr marL="914400" lvl="2" indent="0">
              <a:buNone/>
              <a:defRPr sz="1800" b="true"/>
            </a:lvl3pPr>
            <a:lvl4pPr marL="1371600" lvl="3" indent="0">
              <a:buNone/>
              <a:defRPr sz="1600" b="true"/>
            </a:lvl4pPr>
            <a:lvl5pPr marL="1828800" lvl="4" indent="0">
              <a:buNone/>
              <a:defRPr sz="1600" b="true"/>
            </a:lvl5pPr>
            <a:lvl6pPr marL="2286000" lvl="5" indent="0">
              <a:buNone/>
              <a:defRPr sz="1600" b="true"/>
            </a:lvl6pPr>
            <a:lvl7pPr marL="2743200" lvl="6" indent="0">
              <a:buNone/>
              <a:defRPr sz="1600" b="true"/>
            </a:lvl7pPr>
            <a:lvl8pPr marL="3200400" lvl="7" indent="0">
              <a:buNone/>
              <a:defRPr sz="1600" b="true"/>
            </a:lvl8pPr>
            <a:lvl9pPr marL="3657600" lvl="8" indent="0">
              <a:buNone/>
              <a:defRPr sz="1600" b="true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true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6" name="文本占位符 4"/>
          <p:cNvSpPr>
            <a:spLocks noGrp="true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lvl="0" indent="0">
              <a:buNone/>
              <a:defRPr sz="2400" b="true"/>
            </a:lvl1pPr>
            <a:lvl2pPr marL="457200" lvl="1" indent="0">
              <a:buNone/>
              <a:defRPr sz="2000" b="true"/>
            </a:lvl2pPr>
            <a:lvl3pPr marL="914400" lvl="2" indent="0">
              <a:buNone/>
              <a:defRPr sz="1800" b="true"/>
            </a:lvl3pPr>
            <a:lvl4pPr marL="1371600" lvl="3" indent="0">
              <a:buNone/>
              <a:defRPr sz="1600" b="true"/>
            </a:lvl4pPr>
            <a:lvl5pPr marL="1828800" lvl="4" indent="0">
              <a:buNone/>
              <a:defRPr sz="1600" b="true"/>
            </a:lvl5pPr>
            <a:lvl6pPr marL="2286000" lvl="5" indent="0">
              <a:buNone/>
              <a:defRPr sz="1600" b="true"/>
            </a:lvl6pPr>
            <a:lvl7pPr marL="2743200" lvl="6" indent="0">
              <a:buNone/>
              <a:defRPr sz="1600" b="true"/>
            </a:lvl7pPr>
            <a:lvl8pPr marL="3200400" lvl="7" indent="0">
              <a:buNone/>
              <a:defRPr sz="1600" b="true"/>
            </a:lvl8pPr>
            <a:lvl9pPr marL="3657600" lvl="8" indent="0">
              <a:buNone/>
              <a:defRPr sz="1600" b="true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true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8" name="日期占位符 6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E19FF268-CF0C-4595-A6A8-A0B1FC2FEB42}" type="datetime1">
              <a:rPr lang="zh-CN"/>
              <a:t>2022/12/22</a:t>
            </a:fld>
            <a:endParaRPr lang="zh-CN"/>
          </a:p>
        </p:txBody>
      </p:sp>
      <p:sp>
        <p:nvSpPr>
          <p:cNvPr id="39" name="页脚占位符 7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40" name="灯片编号占位符 8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63A90A56-B7DA-460C-8F46-95BFAF0AF95F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43" name="日期占位符 2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E05E0E50-3259-4429-AAEB-7BA10F2285FC}" type="datetime1">
              <a:rPr lang="zh-CN"/>
              <a:t>2022/12/22</a:t>
            </a:fld>
            <a:endParaRPr lang="zh-CN"/>
          </a:p>
        </p:txBody>
      </p:sp>
      <p:sp>
        <p:nvSpPr>
          <p:cNvPr id="44" name="页脚占位符 3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45" name="灯片编号占位符 4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C2178EC5-58A4-4F44-B83C-34BE3E218AB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03EF5456-EA9D-47AD-816E-BBFCE6D3FB5C}" type="datetime1">
              <a:rPr lang="zh-CN"/>
              <a:t>2022/12/22</a:t>
            </a:fld>
            <a:endParaRPr lang="zh-CN"/>
          </a:p>
        </p:txBody>
      </p:sp>
      <p:sp>
        <p:nvSpPr>
          <p:cNvPr id="48" name="页脚占位符 2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49" name="灯片编号占位符 3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E3199BA4-F8C4-48F6-BF3D-6D4BD834E81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true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53" name="文本占位符 3"/>
          <p:cNvSpPr>
            <a:spLocks noGrp="true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54" name="日期占位符 4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BDD0B665-21F2-4210-A0AB-1FF516ABB0EC}" type="datetime1">
              <a:rPr lang="zh-CN"/>
              <a:t>2022/12/22</a:t>
            </a:fld>
            <a:endParaRPr lang="zh-CN"/>
          </a:p>
        </p:txBody>
      </p:sp>
      <p:sp>
        <p:nvSpPr>
          <p:cNvPr id="55" name="页脚占位符 5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56" name="灯片编号占位符 6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D3120986-D9F8-450A-8E8A-7B53A97B66E9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true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pPr/>
            <a:endParaRPr lang="zh-CN"/>
          </a:p>
        </p:txBody>
      </p:sp>
      <p:sp>
        <p:nvSpPr>
          <p:cNvPr id="60" name="文本占位符 3"/>
          <p:cNvSpPr>
            <a:spLocks noGrp="true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61" name="日期占位符 4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4E233BD8-DB7E-4E6E-9456-6D1E77C88269}" type="datetime1">
              <a:rPr lang="zh-CN"/>
              <a:t>2022/12/22</a:t>
            </a:fld>
            <a:endParaRPr lang="zh-CN"/>
          </a:p>
        </p:txBody>
      </p:sp>
      <p:sp>
        <p:nvSpPr>
          <p:cNvPr id="62" name="页脚占位符 5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63" name="灯片编号占位符 6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747CCC7F-E1A2-469B-A337-764C3DF07313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true"/>
          </p:cNvSpPr>
          <p:nvPr>
            <p:ph type="body" idx="1"/>
          </p:nvPr>
        </p:nvSpPr>
        <p:spPr/>
        <p:txBody>
          <a:bodyPr vert="eaVert"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67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9772B07E-4E44-4E95-89AF-F1EF6F4CC7EC}" type="datetime1">
              <a:rPr lang="zh-CN"/>
              <a:t>2022/12/22</a:t>
            </a:fld>
            <a:endParaRPr lang="zh-CN"/>
          </a:p>
        </p:txBody>
      </p:sp>
      <p:sp>
        <p:nvSpPr>
          <p:cNvPr id="68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69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10D47AF7-089F-4725-8B45-DEA8A59F6C62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>
  <p:cSld name="竖排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true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true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6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17AA1729-FFEC-4670-BE57-9BB1B6CF1583}" type="datetime1">
              <a:rPr lang="zh-CN"/>
              <a:t>2022/12/22</a:t>
            </a:fld>
            <a:endParaRPr lang="zh-CN"/>
          </a:p>
        </p:txBody>
      </p:sp>
      <p:sp>
        <p:nvSpPr>
          <p:cNvPr id="17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18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A7AACFD0-6D64-47CD-A483-D6FD45307366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8" Type="http://schemas.openxmlformats.org/officeDocument/2006/relationships/slideLayout" Target="../slideLayouts/slideLayout9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9" Type="http://schemas.openxmlformats.org/officeDocument/2006/relationships/slideLayout" Target="../slideLayouts/slideLayout10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vert="horz" lIns="91440" tIns="45720" rIns="91440" bIns="45720" anchor="ctr">
            <a:normAutofit/>
          </a:bodyPr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vert="horz" lIns="91440" tIns="45720" rIns="91440" bIns="45720">
            <a:normAutofit/>
          </a:bodyPr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4ADBE2-30DF-480B-A5CC-C216012A8DE2}" type="datetime1">
              <a:rPr lang="zh-CN"/>
              <a:t>2022/12/22</a:t>
            </a:fld>
            <a:endParaRPr lang="zh-CN"/>
          </a:p>
        </p:txBody>
      </p:sp>
      <p:sp>
        <p:nvSpPr>
          <p:cNvPr id="5" name="页脚占位符 4"/>
          <p:cNvSpPr>
            <a:spLocks noGrp="true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zh-CN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DD09DED9-3562-4003-9ED4-F9F7C2DA97F0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lvl="0" algn="l" defTabSz="914400">
        <a:lnSpc>
          <a:spcPct val="130000"/>
        </a:lnSpc>
        <a:spcBef>
          <a:spcPct val="1"/>
        </a:spcBef>
        <a:buNone/>
        <a:defRPr sz="4400" kern="1200">
          <a:solidFill>
            <a:schemeClr val="tx1"/>
          </a:solidFill>
          <a:latin typeface="Arial"/>
          <a:ea typeface="Microsoft YaHei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Arial"/>
          <a:ea typeface="Microsoft YaHei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Arial"/>
          <a:ea typeface="Microsoft YaHei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Arial"/>
          <a:ea typeface="Microsoft YaHei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2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2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2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5.png" /><Relationship Id="rId0" Type="http://schemas.openxmlformats.org/officeDocument/2006/relationships/slideLayout" Target="../slideLayouts/slideLayout2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6.png" /><Relationship Id="rId0" Type="http://schemas.openxmlformats.org/officeDocument/2006/relationships/slideLayout" Target="../slideLayouts/slideLayout2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7.png" /><Relationship Id="rId0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5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6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9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10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13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1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17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18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21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2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25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26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theme/theme1.xml><?xml version="1.0" encoding="utf-8"?>
<a:theme xmlns:a="http://schemas.openxmlformats.org/drawingml/2006/main" name="腾讯文档 默认主题​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2025-12-16T13:36:22Z</dcterms:created>
  <dcterms:modified xsi:type="dcterms:W3CDTF">2025-12-16T13:36:22Z</dcterms:modified>
</cp:coreProperties>
</file>